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2a2e3cbd184fe7" /><Relationship Type="http://schemas.openxmlformats.org/officeDocument/2006/relationships/extended-properties" Target="/docProps/app.xml" Id="R6e10e5ca8fe2401b" /><Relationship Type="http://schemas.openxmlformats.org/officeDocument/2006/relationships/officeDocument" Target="/ppt/presentation.xml" Id="Reb863e7fdd5841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6712eb6e764ec3"/>
  </p:sldMasterIdLst>
  <p:notesMasterIdLst>
    <p:notesMasterId xmlns:r="http://schemas.openxmlformats.org/officeDocument/2006/relationships" r:id="R383acd5a08eb4a03"/>
  </p:notesMasterIdLst>
  <p:sldIdLst>
    <p:sldId xmlns:r="http://schemas.openxmlformats.org/officeDocument/2006/relationships" id="256" r:id="R800b3f60ae604919"/>
    <p:sldId xmlns:r="http://schemas.openxmlformats.org/officeDocument/2006/relationships" id="257" r:id="R8f290b4cf5c345e3"/>
    <p:sldId xmlns:r="http://schemas.openxmlformats.org/officeDocument/2006/relationships" id="258" r:id="Rbc82a972371c48f2"/>
    <p:sldId xmlns:r="http://schemas.openxmlformats.org/officeDocument/2006/relationships" id="259" r:id="Rbf45617544144fe9"/>
    <p:sldId xmlns:r="http://schemas.openxmlformats.org/officeDocument/2006/relationships" id="260" r:id="R6a5bb4cecc8d41c4"/>
    <p:sldId xmlns:r="http://schemas.openxmlformats.org/officeDocument/2006/relationships" id="261" r:id="R38f6de90a1d0419a"/>
    <p:sldId xmlns:r="http://schemas.openxmlformats.org/officeDocument/2006/relationships" id="262" r:id="R92a7c1d093994059"/>
    <p:sldId xmlns:r="http://schemas.openxmlformats.org/officeDocument/2006/relationships" id="263" r:id="R8f50be15f8a343ad"/>
    <p:sldId xmlns:r="http://schemas.openxmlformats.org/officeDocument/2006/relationships" id="264" r:id="R47909407786f43ce"/>
    <p:sldId xmlns:r="http://schemas.openxmlformats.org/officeDocument/2006/relationships" id="265" r:id="Rf7871948a5d0456a"/>
    <p:sldId xmlns:r="http://schemas.openxmlformats.org/officeDocument/2006/relationships" id="266" r:id="R82fdee88c956442b"/>
    <p:sldId xmlns:r="http://schemas.openxmlformats.org/officeDocument/2006/relationships" id="267" r:id="R544156547916466c"/>
    <p:sldId xmlns:r="http://schemas.openxmlformats.org/officeDocument/2006/relationships" id="268" r:id="Rd98e59f76ace485f"/>
    <p:sldId xmlns:r="http://schemas.openxmlformats.org/officeDocument/2006/relationships" id="269" r:id="R7d71b87dc89c45ba"/>
    <p:sldId xmlns:r="http://schemas.openxmlformats.org/officeDocument/2006/relationships" id="270" r:id="R7ba2ea45c34f4158"/>
    <p:sldId xmlns:r="http://schemas.openxmlformats.org/officeDocument/2006/relationships" id="271" r:id="Ra8ded68eeb43405d"/>
    <p:sldId xmlns:r="http://schemas.openxmlformats.org/officeDocument/2006/relationships" id="272" r:id="R67f412ac0fdf4efc"/>
    <p:sldId xmlns:r="http://schemas.openxmlformats.org/officeDocument/2006/relationships" id="273" r:id="Rcd13081dd56f4999"/>
    <p:sldId xmlns:r="http://schemas.openxmlformats.org/officeDocument/2006/relationships" id="274" r:id="R4e746d07e77a4511"/>
    <p:sldId xmlns:r="http://schemas.openxmlformats.org/officeDocument/2006/relationships" id="275" r:id="Rb4555a60019547d3"/>
    <p:sldId xmlns:r="http://schemas.openxmlformats.org/officeDocument/2006/relationships" id="276" r:id="R158d02e86eba44d7"/>
    <p:sldId xmlns:r="http://schemas.openxmlformats.org/officeDocument/2006/relationships" id="277" r:id="Rf6f1bfe170dd4353"/>
    <p:sldId xmlns:r="http://schemas.openxmlformats.org/officeDocument/2006/relationships" id="278" r:id="R3b93b15849094a64"/>
    <p:sldId xmlns:r="http://schemas.openxmlformats.org/officeDocument/2006/relationships" id="279" r:id="R2456ed14e6d044bb"/>
    <p:sldId xmlns:r="http://schemas.openxmlformats.org/officeDocument/2006/relationships" id="280" r:id="Rbc033d2f4ab142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4006a6c8f54e66" /><Relationship Type="http://schemas.openxmlformats.org/officeDocument/2006/relationships/slideMaster" Target="/ppt/slideMasters/slideMaster1.xml" Id="Rd16712eb6e764ec3" /><Relationship Type="http://schemas.openxmlformats.org/officeDocument/2006/relationships/notesMaster" Target="/ppt/notesMasters/notesMaster1.xml" Id="R383acd5a08eb4a03" /><Relationship Type="http://schemas.openxmlformats.org/officeDocument/2006/relationships/presProps" Target="/ppt/presProps.xml" Id="Ra2ef45c7b6e84773" /><Relationship Type="http://schemas.openxmlformats.org/officeDocument/2006/relationships/viewProps" Target="/ppt/viewProps.xml" Id="Raedd263f828442cf" /><Relationship Type="http://schemas.openxmlformats.org/officeDocument/2006/relationships/tableStyles" Target="/ppt/tableStyles.xml" Id="R2181b6c6452248de" /><Relationship Type="http://schemas.openxmlformats.org/officeDocument/2006/relationships/slide" Target="/ppt/slides/slide1.xml" Id="R800b3f60ae604919" /><Relationship Type="http://schemas.openxmlformats.org/officeDocument/2006/relationships/slide" Target="/ppt/slides/slide2.xml" Id="R8f290b4cf5c345e3" /><Relationship Type="http://schemas.openxmlformats.org/officeDocument/2006/relationships/slide" Target="/ppt/slides/slide3.xml" Id="Rbc82a972371c48f2" /><Relationship Type="http://schemas.openxmlformats.org/officeDocument/2006/relationships/slide" Target="/ppt/slides/slide4.xml" Id="Rbf45617544144fe9" /><Relationship Type="http://schemas.openxmlformats.org/officeDocument/2006/relationships/slide" Target="/ppt/slides/slide5.xml" Id="R6a5bb4cecc8d41c4" /><Relationship Type="http://schemas.openxmlformats.org/officeDocument/2006/relationships/slide" Target="/ppt/slides/slide6.xml" Id="R38f6de90a1d0419a" /><Relationship Type="http://schemas.openxmlformats.org/officeDocument/2006/relationships/slide" Target="/ppt/slides/slide7.xml" Id="R92a7c1d093994059" /><Relationship Type="http://schemas.openxmlformats.org/officeDocument/2006/relationships/slide" Target="/ppt/slides/slide8.xml" Id="R8f50be15f8a343ad" /><Relationship Type="http://schemas.openxmlformats.org/officeDocument/2006/relationships/slide" Target="/ppt/slides/slide9.xml" Id="R47909407786f43ce" /><Relationship Type="http://schemas.openxmlformats.org/officeDocument/2006/relationships/slide" Target="/ppt/slides/slide10.xml" Id="Rf7871948a5d0456a" /><Relationship Type="http://schemas.openxmlformats.org/officeDocument/2006/relationships/slide" Target="/ppt/slides/slide11.xml" Id="R82fdee88c956442b" /><Relationship Type="http://schemas.openxmlformats.org/officeDocument/2006/relationships/slide" Target="/ppt/slides/slide12.xml" Id="R544156547916466c" /><Relationship Type="http://schemas.openxmlformats.org/officeDocument/2006/relationships/slide" Target="/ppt/slides/slide13.xml" Id="Rd98e59f76ace485f" /><Relationship Type="http://schemas.openxmlformats.org/officeDocument/2006/relationships/slide" Target="/ppt/slides/slide14.xml" Id="R7d71b87dc89c45ba" /><Relationship Type="http://schemas.openxmlformats.org/officeDocument/2006/relationships/slide" Target="/ppt/slides/slide15.xml" Id="R7ba2ea45c34f4158" /><Relationship Type="http://schemas.openxmlformats.org/officeDocument/2006/relationships/slide" Target="/ppt/slides/slide16.xml" Id="Ra8ded68eeb43405d" /><Relationship Type="http://schemas.openxmlformats.org/officeDocument/2006/relationships/slide" Target="/ppt/slides/slide17.xml" Id="R67f412ac0fdf4efc" /><Relationship Type="http://schemas.openxmlformats.org/officeDocument/2006/relationships/slide" Target="/ppt/slides/slide18.xml" Id="Rcd13081dd56f4999" /><Relationship Type="http://schemas.openxmlformats.org/officeDocument/2006/relationships/slide" Target="/ppt/slides/slide19.xml" Id="R4e746d07e77a4511" /><Relationship Type="http://schemas.openxmlformats.org/officeDocument/2006/relationships/slide" Target="/ppt/slides/slide20.xml" Id="Rb4555a60019547d3" /><Relationship Type="http://schemas.openxmlformats.org/officeDocument/2006/relationships/slide" Target="/ppt/slides/slide21.xml" Id="R158d02e86eba44d7" /><Relationship Type="http://schemas.openxmlformats.org/officeDocument/2006/relationships/slide" Target="/ppt/slides/slide22.xml" Id="Rf6f1bfe170dd4353" /><Relationship Type="http://schemas.openxmlformats.org/officeDocument/2006/relationships/slide" Target="/ppt/slides/slide23.xml" Id="R3b93b15849094a64" /><Relationship Type="http://schemas.openxmlformats.org/officeDocument/2006/relationships/slide" Target="/ppt/slides/slide24.xml" Id="R2456ed14e6d044bb" /><Relationship Type="http://schemas.openxmlformats.org/officeDocument/2006/relationships/slide" Target="/ppt/slides/slide25.xml" Id="Rbc033d2f4ab142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221fa61dec4e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3541bf781941a2" /><Relationship Type="http://schemas.openxmlformats.org/officeDocument/2006/relationships/notesMaster" Target="/ppt/notesMasters/notesMaster1.xml" Id="R3605cbf935d44d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8add116c1145bd" /><Relationship Type="http://schemas.openxmlformats.org/officeDocument/2006/relationships/notesMaster" Target="/ppt/notesMasters/notesMaster1.xml" Id="Rcd5d12c7fc4f4d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7036dc3fee45e5" /><Relationship Type="http://schemas.openxmlformats.org/officeDocument/2006/relationships/notesMaster" Target="/ppt/notesMasters/notesMaster1.xml" Id="R7d23806efbe64b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0fe818ff084009" /><Relationship Type="http://schemas.openxmlformats.org/officeDocument/2006/relationships/notesMaster" Target="/ppt/notesMasters/notesMaster1.xml" Id="R82371f46ab9945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87f7be48d34b78" /><Relationship Type="http://schemas.openxmlformats.org/officeDocument/2006/relationships/notesMaster" Target="/ppt/notesMasters/notesMaster1.xml" Id="Rf770978162c247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6009440ede4f18" /><Relationship Type="http://schemas.openxmlformats.org/officeDocument/2006/relationships/notesMaster" Target="/ppt/notesMasters/notesMaster1.xml" Id="R79fc30f9e18b4d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1fafec60c545bf" /><Relationship Type="http://schemas.openxmlformats.org/officeDocument/2006/relationships/notesMaster" Target="/ppt/notesMasters/notesMaster1.xml" Id="R9dec6c168bdc4b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9ed01204254a5b" /><Relationship Type="http://schemas.openxmlformats.org/officeDocument/2006/relationships/notesMaster" Target="/ppt/notesMasters/notesMaster1.xml" Id="Re232fa26906d4c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a8bac1efd146d3" /><Relationship Type="http://schemas.openxmlformats.org/officeDocument/2006/relationships/notesMaster" Target="/ppt/notesMasters/notesMaster1.xml" Id="R453f3b5b68b54e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45a857db3c45f4" /><Relationship Type="http://schemas.openxmlformats.org/officeDocument/2006/relationships/notesMaster" Target="/ppt/notesMasters/notesMaster1.xml" Id="Rf0801e0718414e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72400eb4104847" /><Relationship Type="http://schemas.openxmlformats.org/officeDocument/2006/relationships/notesMaster" Target="/ppt/notesMasters/notesMaster1.xml" Id="R1bb684554b024f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d986fb190544d9" /><Relationship Type="http://schemas.openxmlformats.org/officeDocument/2006/relationships/notesMaster" Target="/ppt/notesMasters/notesMaster1.xml" Id="Rea5f22da81634f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77cab8554d4721" /><Relationship Type="http://schemas.openxmlformats.org/officeDocument/2006/relationships/notesMaster" Target="/ppt/notesMasters/notesMaster1.xml" Id="Re76b82e0718a42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0600bd7f47459a" /><Relationship Type="http://schemas.openxmlformats.org/officeDocument/2006/relationships/notesMaster" Target="/ppt/notesMasters/notesMaster1.xml" Id="Rded2c1ff0c7241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5abce844384fa7" /><Relationship Type="http://schemas.openxmlformats.org/officeDocument/2006/relationships/notesMaster" Target="/ppt/notesMasters/notesMaster1.xml" Id="R725d94195a314a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312b9f3db64c01" /><Relationship Type="http://schemas.openxmlformats.org/officeDocument/2006/relationships/notesMaster" Target="/ppt/notesMasters/notesMaster1.xml" Id="R06e92db992004a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2c5e16d18664fde" /><Relationship Type="http://schemas.openxmlformats.org/officeDocument/2006/relationships/notesMaster" Target="/ppt/notesMasters/notesMaster1.xml" Id="Re4ca1deb0b7c48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c704342abd4f2c" /><Relationship Type="http://schemas.openxmlformats.org/officeDocument/2006/relationships/notesMaster" Target="/ppt/notesMasters/notesMaster1.xml" Id="Re43b98de07c446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286c79021342c8" /><Relationship Type="http://schemas.openxmlformats.org/officeDocument/2006/relationships/notesMaster" Target="/ppt/notesMasters/notesMaster1.xml" Id="R2cdf0509412f47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5e755c303574b2e" /><Relationship Type="http://schemas.openxmlformats.org/officeDocument/2006/relationships/notesMaster" Target="/ppt/notesMasters/notesMaster1.xml" Id="Re36f63538af84e2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a6a105b8657440a" /><Relationship Type="http://schemas.openxmlformats.org/officeDocument/2006/relationships/notesMaster" Target="/ppt/notesMasters/notesMaster1.xml" Id="Rea901753cca94c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2e244608ba54f19" /><Relationship Type="http://schemas.openxmlformats.org/officeDocument/2006/relationships/notesMaster" Target="/ppt/notesMasters/notesMaster1.xml" Id="R6866fe40ec6949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a4f79ef53ab4ad1" /><Relationship Type="http://schemas.openxmlformats.org/officeDocument/2006/relationships/notesMaster" Target="/ppt/notesMasters/notesMaster1.xml" Id="R924e1bc502ef42f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af6cb283ca04f53" /><Relationship Type="http://schemas.openxmlformats.org/officeDocument/2006/relationships/notesMaster" Target="/ppt/notesMasters/notesMaster1.xml" Id="R0e204f35ee0b413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8656c57a8484907" /><Relationship Type="http://schemas.openxmlformats.org/officeDocument/2006/relationships/notesMaster" Target="/ppt/notesMasters/notesMaster1.xml" Id="R09d970dcf9aa41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02330b44245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fd30269a714eff" /><Relationship Type="http://schemas.openxmlformats.org/officeDocument/2006/relationships/slideLayout" Target="/ppt/slideLayouts/slideLayout1.xml" Id="Rfe3b2bec656742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3b2bec656742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dc59df5ff4907" /><Relationship Type="http://schemas.openxmlformats.org/officeDocument/2006/relationships/notesSlide" Target="/ppt/notesSlides/notesSlide1.xml" Id="R56b0ee09363941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c8385516545c5" /><Relationship Type="http://schemas.openxmlformats.org/officeDocument/2006/relationships/notesSlide" Target="/ppt/notesSlides/notesSlide2.xml" Id="Rf4f328c2b33a42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645588c12410d" /><Relationship Type="http://schemas.openxmlformats.org/officeDocument/2006/relationships/notesSlide" Target="/ppt/notesSlides/notesSlide3.xml" Id="Re8ea02053dc142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8b18b6ceb4978" /><Relationship Type="http://schemas.openxmlformats.org/officeDocument/2006/relationships/notesSlide" Target="/ppt/notesSlides/notesSlide4.xml" Id="Rddb01608447948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c353de8c540c7" /><Relationship Type="http://schemas.openxmlformats.org/officeDocument/2006/relationships/notesSlide" Target="/ppt/notesSlides/notesSlide5.xml" Id="R965b0400730143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52627619749f8" /><Relationship Type="http://schemas.openxmlformats.org/officeDocument/2006/relationships/notesSlide" Target="/ppt/notesSlides/notesSlide6.xml" Id="R5bf4d00191744c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65aebea0a4d7b" /><Relationship Type="http://schemas.openxmlformats.org/officeDocument/2006/relationships/notesSlide" Target="/ppt/notesSlides/notesSlide7.xml" Id="R851c499ad3db42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7f58e5d464ebf" /><Relationship Type="http://schemas.openxmlformats.org/officeDocument/2006/relationships/notesSlide" Target="/ppt/notesSlides/notesSlide8.xml" Id="R38c14ef1cffc47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599c8e2d4408f" /><Relationship Type="http://schemas.openxmlformats.org/officeDocument/2006/relationships/notesSlide" Target="/ppt/notesSlides/notesSlide9.xml" Id="R296bd0c8972942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a720988794db0" /><Relationship Type="http://schemas.openxmlformats.org/officeDocument/2006/relationships/notesSlide" Target="/ppt/notesSlides/notesSlide10.xml" Id="R4f0b556c0abe4a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6b5baf75440dc" /><Relationship Type="http://schemas.openxmlformats.org/officeDocument/2006/relationships/notesSlide" Target="/ppt/notesSlides/notesSlide11.xml" Id="Re76f3c36a4bb47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83068f0f842b5" /><Relationship Type="http://schemas.openxmlformats.org/officeDocument/2006/relationships/notesSlide" Target="/ppt/notesSlides/notesSlide12.xml" Id="Rcb14b47672dc4c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8427a620c4310" /><Relationship Type="http://schemas.openxmlformats.org/officeDocument/2006/relationships/notesSlide" Target="/ppt/notesSlides/notesSlide13.xml" Id="Ra86b35ac573547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1afdfca4a4798" /><Relationship Type="http://schemas.openxmlformats.org/officeDocument/2006/relationships/notesSlide" Target="/ppt/notesSlides/notesSlide14.xml" Id="Rd9cea403be8e4c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f0adac59f4b03" /><Relationship Type="http://schemas.openxmlformats.org/officeDocument/2006/relationships/notesSlide" Target="/ppt/notesSlides/notesSlide15.xml" Id="R02d53189a4ae46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0f5b846844e0e" /><Relationship Type="http://schemas.openxmlformats.org/officeDocument/2006/relationships/notesSlide" Target="/ppt/notesSlides/notesSlide16.xml" Id="Rbe191d7222834d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a13ce69cb447c" /><Relationship Type="http://schemas.openxmlformats.org/officeDocument/2006/relationships/notesSlide" Target="/ppt/notesSlides/notesSlide17.xml" Id="Ra4b220f9ae5546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b4dc73b414263" /><Relationship Type="http://schemas.openxmlformats.org/officeDocument/2006/relationships/notesSlide" Target="/ppt/notesSlides/notesSlide18.xml" Id="R8093e769c8314e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5ef1a18b94ce9" /><Relationship Type="http://schemas.openxmlformats.org/officeDocument/2006/relationships/notesSlide" Target="/ppt/notesSlides/notesSlide19.xml" Id="R2f4236c3b83b42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5baf132144589" /><Relationship Type="http://schemas.openxmlformats.org/officeDocument/2006/relationships/notesSlide" Target="/ppt/notesSlides/notesSlide20.xml" Id="R1d5bf50b7e6644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5b83689654cbd" /><Relationship Type="http://schemas.openxmlformats.org/officeDocument/2006/relationships/notesSlide" Target="/ppt/notesSlides/notesSlide21.xml" Id="R333ea9475e0c4e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dfafe496b42e5" /><Relationship Type="http://schemas.openxmlformats.org/officeDocument/2006/relationships/notesSlide" Target="/ppt/notesSlides/notesSlide22.xml" Id="R63722312f05f40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413f919ff466f" /><Relationship Type="http://schemas.openxmlformats.org/officeDocument/2006/relationships/notesSlide" Target="/ppt/notesSlides/notesSlide23.xml" Id="R5ca7263679be4b3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7d4c53b224bc9" /><Relationship Type="http://schemas.openxmlformats.org/officeDocument/2006/relationships/notesSlide" Target="/ppt/notesSlides/notesSlide24.xml" Id="Re6389b6a583142a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3d31a81354378" /><Relationship Type="http://schemas.openxmlformats.org/officeDocument/2006/relationships/notesSlide" Target="/ppt/notesSlides/notesSlide25.xml" Id="R4d9786ca431b42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6C3A6D-26A1-47A8-92DD-AC674E2D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69C91-52A9-4E09-9D5C-006F01C9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5A63A-0F16-4268-BCAD-FE8FCBBD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1638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9CC51-CBB6-466C-9359-C9F35B85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962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ch03 class1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4EBAD-B557-4169-AA17-968F3B5D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GPIO 输出与输入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CF01A-4C8E-445E-9724-B09DF2BD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课程 | ch03 class1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61314-CAA9-454D-A90F-DA123BE5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从代码走到引脚，再从引脚看到真实现象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3EF50-7063-41F8-AB01-2BE6E784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2863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8F034-FF1E-4EDE-A25D-EF2A1E22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259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代码写状态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D300D-53DB-4677-99B9-57881FD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5200650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FA308-5200-42C4-A93E-F4C058AE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4762500"/>
            <a:ext cx="2863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45B4F-D174-4B22-B3E7-7D583E2C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4924425"/>
            <a:ext cx="259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GPIO 引脚变化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A55FE-4E20-4EC6-94C6-970C6679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00" y="5200650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8CDD0-E382-4A47-943C-790B87EE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0" y="4762500"/>
            <a:ext cx="2863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E7F8D-A4A0-4979-BF0C-A98C69B1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50" y="4924425"/>
            <a:ext cx="259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LED 可见现象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FDF2C-D6B9-470E-9219-C55A5799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BFDCE-F378-47D1-BB8D-A2F2A69D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Ruyi RISC-V Linux Course</a:t>
            </a:r>
          </a:p>
        </p:txBody>
      </p:sp>
    </p:spTree>
    <p:extLst>
      <p:ext uri="{BB962C8B-B14F-4D97-AF65-F5344CB8AC3E}">
        <p14:creationId xmlns:p14="http://schemas.microsoft.com/office/powerpoint/2010/main" val="19488996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24B0F-A582-4C44-BF65-B9553EE5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A4E5B-C72C-4DFE-808B-89033FC8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93526-FD2A-45B0-8FE3-D0942628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41A67-EEFF-4BDD-9537-633A48F4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本节目标：把程序和板级现象连起来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9627F-117E-4892-986D-822F1159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FA823-ACCF-4DCB-A065-C52D5AA2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1A377-00B2-430C-8416-58B52032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控制 GPIO 输出，让 LED 可观察地变化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B0AED-B351-4DA5-A194-3D15B9CF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D76E5-71B4-4226-A2D6-2971E8FD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读取 GPIO 输入，让按键状态进入程序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FAA0E-42DC-4036-A2CB-CE9C6DA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18D97-D8B8-4719-9185-5CAB28FB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建立“代码-引脚-电路-现象”的验证闭环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02C18-F852-4D47-AF11-0F70339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7B163-CEDA-487E-BD65-50304AB5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57730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F61DCB-2590-49B7-9227-038D86E8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D6451-FD76-4C65-8E6C-9543F559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C4F7E-1549-4815-8912-C3B9306B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DAF33-C488-478F-BD83-9BEDE54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前置条件：先确认环境能支撑真实实验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5A540-47AA-4A2B-BD87-37062546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0FC69-5808-470E-86E1-1F0ECC7E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C81A7-F3A7-489A-8192-74FE9B60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7E320-0B3E-4D51-9352-6EF99B91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工程基础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DFBAA-7694-4A4A-81FE-83C2E678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已完成工具链与工程模板，能够编译并运行一个用户态程序。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EC0EC-A42A-4B6A-9499-6E8E8BA5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55AE9-8C5C-4A8E-80AF-2BB55A1E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00E38-D8AB-4975-917D-27EAD486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硬件准备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C719B-A5E6-41B4-AEAC-9AF727FC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准备开发板、板载 LED 或外接 LED、板载按键或外接按键。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7165E-7E01-4F83-9534-B4BCEDD9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63132-21C9-45FE-BA8A-0D0C16BA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799DE-4A28-488C-B046-AE84045F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板级资料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81834-7C6D-4CBD-B7FE-6A079842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能查到目标板 GPIO 编号、引脚复用说明和设备路径。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CD9FD-492A-4F7F-87A9-C1B71B6D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5C422-2ADB-46D8-BB36-78C4F874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89901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DCCCB0-FCCD-4196-B70E-C26569DF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731D2-A11E-4B87-9317-6C58B7D4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B7C63-97CE-4F25-8394-1C4147CC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DBFA5-D544-4CE5-9962-38D04C5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本节路线：先输出，再输入，最后验证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A7BD5-6BC4-408E-BF7A-099D5793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71165-6113-47E8-8FE9-643B7787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69487-B2A0-4699-9682-4EFDE927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确认 GPIO 编号或设备路径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FB35B-832D-4917-937D-741283EE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432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7D461-A596-49DA-ABC7-28CE59D4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54862-CC5F-4A0C-85D8-8F118328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编写 Blink 程序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71916-4486-403A-9630-4AB4E99F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432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F293B-4FDF-49D5-ADF0-E0877FD3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DF07F-A073-4369-954B-3A64AEA0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编写 Button 程序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58AB6-AA8D-45C8-9329-28BB6787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432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24174-A25B-4F89-BA1E-99215259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0AF51-25A3-4991-AE6F-168AAEDC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记录现象并排错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A47B0-67B2-453E-B39F-88C63370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EE1D8-2DD7-47C8-83DE-0ED0C281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51877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2C5FA1-A8E6-4ED8-9D32-D26B648C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C537D-01D3-4B47-8E97-F476D3E4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985E0-106E-439A-8F65-446A433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B3270-6043-484C-B4B6-5DD9A126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GPIO 的课堂定位：不走寄存器旧路线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F2A8A-50FF-4B4B-8659-CDCE3090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1559A-CB09-45FF-8475-0949EA37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B7FC6-7A70-4627-B8B5-B88E620C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本课关注 Linux 用户态如何使用 GPIO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63CDB-FFC1-45BA-B380-43F7531A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E08EB-62E3-4442-8AAD-8BA9A8F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重点是“能操作、能验证、能解释现象”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9F2C0-F540-4795-AAEF-D3BDEA64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3746B-F5F5-4B7A-9CA4-E9BF410C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寄存器、驱动和 Device Tree 放到后续系统扩展章节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0FE5D-829D-4577-8708-4CEF4C67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DA4C3-444A-42F8-ADCE-44FFB149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06224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F3624-957B-4F95-8A63-7BCDC1E9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775F3-C08B-44F3-89C3-FBE7FEA6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DBCB6-4C11-40C5-BB5B-599CB482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3966B-7204-493F-A255-8193EFBC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为什么 GPIO 是第一个板级实验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4324B-94AD-4615-AD92-3BC675C2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70F83-0B8E-446C-8EEE-029EE391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EDB8E-D23A-4F76-9B5D-89BC1379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AF02D-E027-4A71-99AD-C12F24A0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D8EA5-D7F4-4566-A792-895EF555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程序改变引脚电平，LED 亮灭提供最直观的反馈。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9CE03-91E3-436D-A283-650254B8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65852-C4EC-4F64-B44A-89EC90FD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5DC1B-0596-4E30-A324-41B5BDE8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5DA4F-0EB3-4F87-A772-56539CBA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按键改变引脚状态，程序能感知外部世界。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34502-6FE6-4E99-94C0-9429E77F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1FF7E-15F6-4B20-BBDD-00050014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2413B-A9B1-41E3-BC7B-F33DA89E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E4B8B-808A-41CD-AA8E-E92002E9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输出和输入合在一起，形成后续传感器、显示和综合项目的基础。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41F4-238E-4991-B41B-70E68188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69688-CD26-4335-9AE3-48C7D64C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35431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23D50-F5FD-4D4D-B4B2-C682332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6C97E-3E66-4A1A-A9E2-430B6DD8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524D4-6C5E-4EDA-8DC4-EC75221E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EE228-7AB8-4F74-97F5-D15EEC99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知识点 1：确认 GPIO 编号或设备路径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33C96-4265-40A8-94F2-1F789545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2A3D4-03C1-4C0A-A26D-8D0E5291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EB32F-5E5C-44FB-808E-EA91FD0A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先查板卡引脚说明，不凭感觉猜编号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9644A-6F2F-49EA-9DE2-2D44C242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844EE-CE5C-4CC9-A773-E566CF34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确认该引脚当前是否被复用为其他功能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1DBDE-7535-49D9-8D4B-AF153148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5D5B-7559-4B7A-9402-3B588C90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把实际板卡差异记录到 boards/ 对应目录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AB2C6-9660-4114-AF00-5FD86BFD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FAB26-45D8-4960-86E9-9B02E56D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58290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308191-2F81-4CCA-9D85-97D6EBA9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616C3-D5A2-46F5-AD4D-659F1196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61AEB-CF7A-43ED-9FC5-7D4AF973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68CDD-9A9A-40A2-B85B-5187A824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GPIO 编号检查：把“物理针脚”翻译成“软件对象”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9796F-6D44-405E-A60B-FFB99B6B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61801-9851-4550-A079-7037ADFD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72D4B-095B-47BE-A9AB-6B8579D0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物理针脚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3AD0C-7D9E-442C-A6C8-0A4C7A78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432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EA9ED-63DF-47BC-AE80-29107085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9DEE1-D1ED-4196-B467-5C1F732D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板卡原理图/引脚表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CB83A-5D7E-4062-B04B-A2F6F08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432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2717A-A588-4E4A-B3A4-37497797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6E900-EB1B-426B-9C2D-DE6B1318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GPIO 控制器与编号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DDDAD-A128-4685-BD57-6F02A8D6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432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FAD72-6DA1-4A2D-8DC9-D993B401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F3B80-9A68-47E9-A942-AAD6F1C5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Linux 设备路径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5B57A-9B70-4807-8CCB-4D7AF99D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5BCA9-469C-405E-B825-5C091391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254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48701-D51D-4359-A41C-DD7291F8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2BBB9-C1F7-4B31-8443-0CFA55A8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C5311-E07D-494C-B263-F9F88DBB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06E50-7E9D-4491-B4E6-7836CA4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知识点 2：GPIO 输出控制 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16926-B736-4B73-B639-798D4B1B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89832-668F-4493-A9E0-2C7FE599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400AA-AFFB-42D4-91A2-88362785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288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Linux 应用程序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36EA3-80F6-4BB2-BEC5-A49C48BA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写 GPIO 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6093E-38F4-4CFA-9A5D-F3E594CC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AA584-66A3-4F23-8DEF-0401EA3A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B849A-ADB4-4A8E-B12F-4755202E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GPIO 引脚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9BB76-421B-4B82-9E7D-40140AA1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输出高/低电平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27A70-7337-425C-BE69-97D11052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1809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6A3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2E1AC-5407-49F4-AFE3-60DF25E4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71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72F17-17EE-4C3F-A97B-F1F46750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813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0C62A-5AB0-4A0F-88C9-DB13A029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957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现象：亮 / 灭 / 闪烁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BCDE3C-C613-4C1B-9448-518CD4BC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625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图 3-1：GPIO 输出路径，程序写状态，LED 给出可见反馈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62894-E262-453C-80D7-F65D94A9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1AE67-6873-43FF-A054-B6C9FC0B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81249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1A3199-9C8A-4DB2-81FE-9D3707CD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FE840-91EF-406D-BBD7-66A4007B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ED0A0-42EA-4DFD-BB6E-31E9C0E7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38EBF-970C-4D80-BADD-0FD3A367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Blink 程序的最小逻辑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5B53A-E8BF-427D-8BA9-3CF4636A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C8641-17E5-436C-A27B-F9F8855F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34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BCEB8-BE90-4718-83E8-361FF8CA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9911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while (1)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    gpio_write(led, 1);   // LED 亮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    sleep_ms(500);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    gpio_write(led, 0);   // LED 灭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    sleep_ms(500);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28B76-AAA9-48F8-B44F-65E75B3C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C9A02-2377-4762-A807-F0C93388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5262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循环写入高低电平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1D5E6-7318-4CE9-AFD0-7E22451F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33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24482-6EF9-4639-8F14-F853CF8C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3842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延时决定闪烁频率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3A8EB-9184-474D-B14E-E02DBCC5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19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5192A-582B-4BF6-8F0A-3B359BC6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2422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观察 LED 是否稳定闪烁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C3877-BAC3-45B4-BA68-70BFDB49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66D4C-4FE2-487F-9F95-AC577609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26176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5E964-EDE7-4F22-88DC-FD0EBC85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CB61E-D267-4CED-9562-4B8A108C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2A15A-E221-4DBA-BAF5-5AC8FD0B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DA2B4-62B5-4B32-9AB8-3D49AC34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输出实验要记录什么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973B1-88B8-4301-BB51-75F82781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3CF5E-CCD2-4327-84FF-E3990EB4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75DA5-A95C-40E6-9871-BDE50683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B46E1-0F30-4B27-925B-7F9F012B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输入条件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7F220-E7DD-4B35-B7EF-9E03001D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GPIO 编号、LED 接法、运行命令。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82A28-5184-4BA3-9A90-BF56440F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5BEBC-0CBA-4018-AF31-9FCDFCA2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E8471-16A0-42D7-BE81-E4E602BC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预期现象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499EF-B409-4D60-B2C8-B1159B2B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LED 按固定节奏亮灭。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FC8C6-6A6D-4129-9893-4EFB4DA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20004-5AFB-4C98-B868-DD7C3865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F29E8-11D4-4A1B-BAD9-62EACC4E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异常现象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B8B21-BE3C-422B-816B-30042ED7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常亮、常灭、频率不对、运行无权限。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6054B-0DBA-4CF2-9BED-FC7DF31E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803C2-3FE0-4228-BB48-73B8026A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95317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E67175-D8EE-4871-8C8D-569703F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B5B7B-F441-4260-ACA6-E2A25325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0B51E-4E66-4D16-96DB-5ACF9D29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C6BA8-069F-48D1-B1C2-AB37576F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输出验证：不要只写“运行成功”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F36FD-8DF9-4AC2-9DCC-CE3847EC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AB4AC-B3A3-4C26-9290-E22BD6B8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0E15D-0823-4692-8311-F4CBA8D9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记录 LED 闪烁周期，例如约 1 秒完成一次亮灭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BE6E7-054C-44C0-BA3C-B86BD07C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0FAFD-4DB8-45ED-8EBB-91C1F084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记录实际板卡和引脚，例如 LicheePi 4A 临时验证或目标板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BB798-8BE5-4546-B2AC-3AD8481C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17CE4-F76F-42B1-BBFE-6761474D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如果改动延时参数，现象应同步变化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29F2F-7714-4E74-BF15-57081AFF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7C1F8-8699-43AA-8B1F-A008C31B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4553972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26B286-3424-4D08-B76C-F950DD00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A73A0-B0F1-49A2-8BDE-7810D3EA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5D5D7-6C5E-46EC-9210-DB41B844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D8EE9-ABEF-4685-B561-E8AB24B6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知识点 3：GPIO 输入读取按键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4B5F2-1D7D-4628-8160-51546085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0AB27-24E6-469D-8D60-83C1B5E1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29623-3E5D-4751-9D19-A7FE7302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288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Linux 应用程序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C8B55-2285-4005-BFB7-81A355E8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读 GPIO 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49047-D8D4-42C6-9DED-B2E428E1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7F109-1EF0-4F52-98F7-5858291B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7323D-F694-45F8-A191-2949FE38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GPIO 引脚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6E38B-CFB0-4F51-9314-91DEEDE6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输入高/低电平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DA417-D07C-4229-B4C1-16E76E2D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1809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4F5EC-C697-497B-A2C5-C7868303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12192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966A3-CFF7-4659-A2F2-1FAC4E4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813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Button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CFA08-0F6A-44AA-8EE0-E0CD81A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14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现象：按下 / 松开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CB6DB-DF90-40F3-BED8-DE827364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625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图 3-2：GPIO 输入路径，按键改变电平，程序读取状态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1BA14-955C-4A68-963E-A3352047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A0FB0-5CC8-410B-9D14-9CA9CF0E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375688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D80F8A-524A-4690-B94E-6D8C1CE7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529DB-323B-47F5-8631-8820F5BA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82901-FE9E-4686-944E-73FEEA79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CE0E4-2952-47CE-8340-6A6A0C1C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Button 程序的最小逻辑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5FB7D-1039-4FBE-8ACD-3B4995FD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922A6-F95E-4476-9AED-70D2F86E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34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0DFD7-8FEF-46F1-AD18-56E28805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9911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while (1)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    int pressed = gpio_read(button);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    printf("button=%d\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", pressed);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    sleep_ms(100);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83806-F1F6-4EE4-B3B2-06799045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6DA5E-6063-4967-87D3-27A3EB78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5262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周期性读取按键状态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1AFDF-B0C6-46E7-8947-FF5E9D22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33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E838A-E2D1-41D5-8D88-BCEEB1FF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3842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把状态打印到终端或串口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285C1-B686-4268-BD89-7AEDE56E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19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7E6AE-394A-4B4A-87A6-406D807A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2422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按下和松开应出现不同输出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F070A-61DE-4F56-B916-329C3D3D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1971E-76E9-4312-B70A-CA1891DD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8774214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55448F-59B5-4B15-ADA3-B55FD876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D0D59-825B-48FF-838E-A30067DE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E6A36-78D7-49CD-BBE5-A9BCD16C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EB792-ACCD-4DBE-BE6B-4D1F66AF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输入实验的关键：先确认电平语义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75501-3507-4215-A439-52F0F0ED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B98BE-B74C-4D1A-9BAE-62D5DDC4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1A1BA-355E-4AC3-8BCB-594BE163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8F66E-0145-4A62-A2DB-04196B76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active high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EB917-87AA-422E-AB6A-7AF2B23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按下时读到 1，松开时读到 0。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A9E64-C221-4326-8F73-641B48C8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F8597-E766-4914-968D-2BC55A6F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14A13-4ADE-4B24-9950-857CF3A1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active 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B6AF0-0666-4E52-A588-0B4C13F0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按下时读到 0，松开时读到 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1B810-868C-4D1E-A181-EDE71FB5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47315-A58F-43FC-92F1-C751811B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82284-4D7A-4968-BEB1-0D903D0B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不要假设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F6E99-E301-4BF9-97AD-05D9735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以板卡资料和实际输出为准，在实验记录中写清楚。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717C9-1FFD-4A34-B1D9-642BB203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F3E68-2809-4B9B-B582-E850E345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751813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E144C4-044E-4534-BCC0-9530EBB1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69C5D-DB14-408E-97F1-5C30BC52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3C78D-5132-4B7C-B0D9-F4A9CCC5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E96A7-8596-4BDB-9BBC-32541119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从输入到交互：按键控制 LED 的雏形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3A6A7-1928-4C6E-84F6-5DF5C21A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BFF44-DC72-44CC-B174-83F6C029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D248E-15FF-474E-8A68-935C10EB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读取按键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0499B-DD10-4B40-98C2-1B67B82F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432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0505B-9D90-465F-B817-1B9E29FB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A8FCE-C550-4533-A22C-51F384A9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判断状态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313F9-47EE-49D1-A93B-5C7499AC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432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3FFD0-43C6-4960-B047-478C3F65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B825F-07BD-48AD-A113-A01330E9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写 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4072A-64DC-474F-B7BB-5721F2FD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432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5B799-8C5A-4665-8560-915F26EF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05125"/>
            <a:ext cx="2400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7C3EC-708B-408E-8622-4F0E339E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观察亮灭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6288F-27EC-480C-A446-5977AE78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05FD0-F7CA-4E67-86D8-466E5CFC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717509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B69355-A3DC-403C-ADFA-460EEE2E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74D57-B07B-4C36-A650-4FC62102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6D872-D7CC-4691-81B8-2D02B9EF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A492D-8861-4B6A-886E-516665A4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课堂演示 1：Blink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FA8C5-F902-44F4-8263-83DEA7D8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09FC9-8F05-418B-8111-F48B77A9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CF817-AAAA-460C-83AE-8E01FF01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确认 LED 对应 GPIO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F04EB-D124-4529-A19A-9A2F72CA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C3C88-9113-4131-92BA-DAE388D0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编译并运行 Blink 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66197-69E5-44B1-8DCB-5C16B6CF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BC259-1C9F-44EE-B17D-26E2A6B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观察 LED 闪烁并修改延时参数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B23F7-FCD5-4CEF-AB26-2BC4D54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05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63CD0-E990-4F19-A72F-0FD902B4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100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记录运行命令、现象和异常处理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F3A76-39D1-42F4-827B-CD6973F7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E1FA4-59D9-44B8-926C-41F340DE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7970860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C43056-BC0B-45B8-A70A-C3F07784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BB8AB-6BC9-4C5B-AB09-2A9F3737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3FEC3-C6B1-42E6-BB48-37DC8D27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D53DC-2533-41CA-8EDD-E42F62AB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课堂演示 2：Button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72D29-45EC-4F8E-9D69-B235C94D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E15DA-FEA6-4528-AB49-1853CB97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C0E9D-99A9-4595-B0CD-C3FCCE5D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确认按键对应 GPIO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766D4-A67E-4F43-8405-12C0455C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87004-7B6E-4BF5-A596-DF97C987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编译并运行 Button 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2FBAD-1FCA-47F9-AB64-611A0A28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2D895-5F45-4243-BB6C-25A5DDFC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观察终端输出随按键变化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97F17-8F68-42AD-9E9B-1120859E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05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1968B-B0E6-4B68-9F37-EAF4DDEA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100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记录按下/松开的实际数值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757E0-64CA-4D86-B25B-E21DB077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C2F88-03C3-4437-AB88-A3AC136E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8667658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3FDD31-F7DA-4420-9881-1AD875A7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57156-2B80-40D3-8C49-4A93777C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07227-2787-4B2F-A500-5683FFB2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D41FA-A8CD-4992-B086-35F6292C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实验任务：完成两个最小程序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EC0F4-0064-4178-B830-E3B5391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483EB-D0C7-4DB8-87F3-3D5A8952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5DE8F-353A-4406-8760-24B79B3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3523C-49FC-4674-8597-3A473CF2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实验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96F10-9DB9-41F5-A816-9B0817B5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Blink：让 LED 按固定周期闪烁。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22F7B-F369-452B-B958-258EC3B2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E77C0-3729-468B-8C7B-4FFB6C3D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4A9F0-2B2C-4D90-A710-D4FE826C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实验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29E95-5CB0-4FE6-9518-8DF3BB84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Button：读取按键并输出状态。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8B637-C1EE-4077-AB31-E4317C55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0DED2-0822-4CBD-8B70-B46CDDC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B64AA-AD47-40E0-9959-F0D0ED98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实验记录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173AB-09D9-4306-AB91-49B2F6F2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写明 GPIO 编号、命令、现象、失败排查。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4A4EE-C19F-427D-A899-56836113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26325-0743-4411-B995-CDEAAA15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5316278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DB300E-EE59-4F11-A959-A76D0D14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B124A-99C5-48EA-8DBE-D58ED1CD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136F0-A3BF-4EAF-8517-41D0FBBC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66442-92DE-4E3B-96F6-CCAB1946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运行验证表：用现象证明程序有效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764E9-D8AF-4B66-ADBA-17CE48C8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263A9-2F0E-48E9-9BFF-EA182A49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90084-1860-4B89-A551-A63175C7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BA517-825E-4593-8B95-701CBA57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GPIO 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B19A8-D7A2-4EE3-8506-0B898A31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LED 闪烁，且修改延时后频率变化。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9F92D-CD0C-41B7-A2E6-7891B1E1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3CC9A-B732-498D-9876-2F09A3AF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C81BD-DFCB-4C26-8BA4-F304D0BC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GPIO 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65722-3B9C-4EB7-9961-F147106E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按键状态可读，按下/松开输出不同。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AF8FA-7624-4340-8725-950C9893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07E85-D7D8-42C9-8ED0-6639F27C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08E82-30BD-4732-B027-AD74C729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提交材料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8E2AC-8884-4BF6-83D3-6C775F2F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代码、运行命令、现象截图或照片、问题记录。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8D277-5D7E-4089-9176-5203191B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71EFD-FC34-4658-BECE-96E4AAD9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6180132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9C8055-B72A-42F0-B10A-1F2B3766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C5694-3085-42FB-A058-2076DF08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4C435-1CD6-4932-91BA-43448728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7072C-B4C0-4950-80B3-9332CFC6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常见问题 1：GPIO 编号不匹配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897AC-504A-468B-9D97-36E401F8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1D73D-CCBC-4F4D-AD3E-24E9CBDD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FE294-539C-43E9-B8B9-537EA45C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现象：程序运行但 LED 无变化，或读取状态始终不变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0D68C-5549-43BD-9895-379C3304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7FAB5-40AC-41E1-B655-4B871A9B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原因：物理针脚、GPIO 控制器编号和 Linux 编号没有对应上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C7299-F97E-478E-AA10-61BFB2F3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B3AE0-90DA-4D19-84A3-B0BB7996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处理：回到板卡引脚说明，重新核对编号和设备路径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3AE5B-2482-48FD-A7E4-611F6314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BBCD6-4C2E-4739-A25A-155B647B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4485125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5F233E-DFE1-4143-9118-FD8764B0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07FE3-1123-4655-9944-EE92EDFA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020C0-241E-40CD-A9E1-C5B1CB35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BAD63-906D-44D1-BEC2-5CC5E329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常见问题 2：引脚被其他功能复用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AE511-C044-47C2-8F65-97806E9D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D1352-FEE5-44C7-BC54-EE6D9C1B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229BF-2496-4784-809A-A17245A0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现象：GPIO 操作失败，或引脚行为和预期不一致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A50F7-22C3-457C-B8D3-370CF8D4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F5DB0-49AF-4A96-BF40-2D5F1DE5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原因：该引脚当前作为 UART、I2C、SPI、PWM 等功能使用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6E848-A89E-43A5-AE8B-B030EFFA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9AF2E-D222-4F31-95D7-95CB9D47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处理：换用可用 GPIO，或把复用配置记录到板级说明中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BB503-3F06-49DC-9DBD-0812D0B3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0CCD5-7B19-44B8-B41F-986FF41B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7555763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B4D4E5-10F6-4F78-B0D8-687D05E7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A9612-9C67-476F-8727-E54A53B3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3AFB8-2D44-4BAF-9825-533933D0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2F9C8-AF65-432D-8AC7-F4E29894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常见问题 3：权限不足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650F0-C699-4AAA-B629-FCFD886B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0C6A9-4AE6-4110-A0AE-FA45F6FE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63B39-C791-4D63-AD61-D4AC883E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现象：open、write、read 失败，提示 permission denied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05EBC-F5AC-446B-9F8A-68248491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1F9D1-A3F8-4333-B5C4-25C0FBB4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原因：当前用户没有访问 GPIO 设备的权限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1185D-BE98-46EB-A6D4-B82E8B02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DA236-C18C-4CC5-87B0-67A10994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处理：检查设备节点权限，课堂环境中统一运行用户和授权方式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08D59-35FC-4A5E-94DE-35D0A341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E9D89-DE64-4BD3-B910-11009EE9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3902914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7B0673-B60F-4722-9AA6-665F8A3A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29B99-8AF6-413D-A67D-5AE17243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69FF7-0A4B-4EEB-A4CF-5AC9258E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76075-F9EC-40AE-9C86-9A8FAFB2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本节小结：获得第一个真实板级交互程序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11428-5506-45FC-A2C5-874E51CB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C7979-E23A-4AF5-AF88-7DDDFA50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50631-72F1-4064-802D-58385F7A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能控制 GPIO 输出并解释 LED 现象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FFE72-407E-4860-8699-D2DA44AC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A4F99-D478-40B7-8E81-D0CA4EA4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能读取 GPIO 输入并解释按键状态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16CAD-B197-48ED-9648-B410016C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5088C-6E6E-428B-9EF0-C1CD9417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能用验证表记录环境、命令、现象和排错结果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C1777-8211-4F85-ACAA-3F737CD9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3EE2F-1C11-4CEE-B249-76E02AB4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702084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52F4E0-CDC6-4B83-A858-8669DAA9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5137F-7DAC-4D5E-A287-694E8C2B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31BF5-98E0-4B09-B1F7-3750C8A1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ch03 / class1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F3CD2-9A62-413B-9AAD-1694EB99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下节衔接：从简单读写走向稳定交互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14218-BF7D-4848-B45A-EDB0616C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AD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969B6-0011-444A-967F-57866B77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4BDF3-407A-43E8-8C3B-09A7842F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下一节会处理轮询与消抖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2D049-773D-4228-BF1C-58DBA789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7253A-EB26-4099-ADBC-36FC7EDC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再进一步使用状态机实现按键控制 LED 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65DA8-6712-4C23-8F13-27DA59DF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1A1F9-5DB2-4240-B22B-C29F6162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859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这些能力会成为 ch08 联网信息采集终端的基础步骤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38093-C1CA-4398-BB91-E3D31B4B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Ruyi RISC-V Linux | GPIO 输入输出与交互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8E621-FBFA-4CB5-8EF1-328FE877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C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81567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2026-06-10T10:16:54.7690000Z</dcterms:created>
  <dcterms:modified xsi:type="dcterms:W3CDTF">2026-06-10T10:16:54.7690000Z</dcterms:modified>
</coreProperties>
</file>