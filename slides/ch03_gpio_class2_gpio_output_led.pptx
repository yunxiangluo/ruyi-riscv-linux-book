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b80e27e5ad48e4" /><Relationship Type="http://schemas.openxmlformats.org/officeDocument/2006/relationships/extended-properties" Target="/docProps/app.xml" Id="Ra6e03390af6540ff" /><Relationship Type="http://schemas.openxmlformats.org/officeDocument/2006/relationships/officeDocument" Target="/ppt/presentation.xml" Id="R131d58f8e3424c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024a1883c341f7"/>
  </p:sldMasterIdLst>
  <p:notesMasterIdLst>
    <p:notesMasterId xmlns:r="http://schemas.openxmlformats.org/officeDocument/2006/relationships" r:id="R7c89ab1a7197449f"/>
  </p:notesMasterIdLst>
  <p:sldIdLst>
    <p:sldId xmlns:r="http://schemas.openxmlformats.org/officeDocument/2006/relationships" id="256" r:id="R13902e29403b4f54"/>
    <p:sldId xmlns:r="http://schemas.openxmlformats.org/officeDocument/2006/relationships" id="257" r:id="Re81293c1d46d429a"/>
    <p:sldId xmlns:r="http://schemas.openxmlformats.org/officeDocument/2006/relationships" id="258" r:id="R71728e9f9a1f4bfa"/>
    <p:sldId xmlns:r="http://schemas.openxmlformats.org/officeDocument/2006/relationships" id="259" r:id="R94061ff08edc4264"/>
    <p:sldId xmlns:r="http://schemas.openxmlformats.org/officeDocument/2006/relationships" id="260" r:id="Rce212776506841ee"/>
    <p:sldId xmlns:r="http://schemas.openxmlformats.org/officeDocument/2006/relationships" id="261" r:id="R66daa52bc0de4487"/>
    <p:sldId xmlns:r="http://schemas.openxmlformats.org/officeDocument/2006/relationships" id="262" r:id="Rf83c89151e954ada"/>
    <p:sldId xmlns:r="http://schemas.openxmlformats.org/officeDocument/2006/relationships" id="263" r:id="R0f9cf49607ed4cc1"/>
    <p:sldId xmlns:r="http://schemas.openxmlformats.org/officeDocument/2006/relationships" id="264" r:id="R45e5bd4c2dc24b07"/>
    <p:sldId xmlns:r="http://schemas.openxmlformats.org/officeDocument/2006/relationships" id="265" r:id="R57abe5552c7f40da"/>
    <p:sldId xmlns:r="http://schemas.openxmlformats.org/officeDocument/2006/relationships" id="266" r:id="Rc1fc327f0b9c4c2a"/>
    <p:sldId xmlns:r="http://schemas.openxmlformats.org/officeDocument/2006/relationships" id="267" r:id="R202b81b9e5e345d9"/>
    <p:sldId xmlns:r="http://schemas.openxmlformats.org/officeDocument/2006/relationships" id="268" r:id="R384d4bfff8934c4b"/>
    <p:sldId xmlns:r="http://schemas.openxmlformats.org/officeDocument/2006/relationships" id="269" r:id="Rae7bc1c5f2a74f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68593b6d484a93" /><Relationship Type="http://schemas.openxmlformats.org/officeDocument/2006/relationships/slideMaster" Target="/ppt/slideMasters/slideMaster1.xml" Id="R59024a1883c341f7" /><Relationship Type="http://schemas.openxmlformats.org/officeDocument/2006/relationships/notesMaster" Target="/ppt/notesMasters/notesMaster1.xml" Id="R7c89ab1a7197449f" /><Relationship Type="http://schemas.openxmlformats.org/officeDocument/2006/relationships/presProps" Target="/ppt/presProps.xml" Id="Rd4eb57e60f304bba" /><Relationship Type="http://schemas.openxmlformats.org/officeDocument/2006/relationships/viewProps" Target="/ppt/viewProps.xml" Id="R763939332fa64870" /><Relationship Type="http://schemas.openxmlformats.org/officeDocument/2006/relationships/tableStyles" Target="/ppt/tableStyles.xml" Id="R158a1ae164464229" /><Relationship Type="http://schemas.openxmlformats.org/officeDocument/2006/relationships/slide" Target="/ppt/slides/slide1.xml" Id="R13902e29403b4f54" /><Relationship Type="http://schemas.openxmlformats.org/officeDocument/2006/relationships/slide" Target="/ppt/slides/slide2.xml" Id="Re81293c1d46d429a" /><Relationship Type="http://schemas.openxmlformats.org/officeDocument/2006/relationships/slide" Target="/ppt/slides/slide3.xml" Id="R71728e9f9a1f4bfa" /><Relationship Type="http://schemas.openxmlformats.org/officeDocument/2006/relationships/slide" Target="/ppt/slides/slide4.xml" Id="R94061ff08edc4264" /><Relationship Type="http://schemas.openxmlformats.org/officeDocument/2006/relationships/slide" Target="/ppt/slides/slide5.xml" Id="Rce212776506841ee" /><Relationship Type="http://schemas.openxmlformats.org/officeDocument/2006/relationships/slide" Target="/ppt/slides/slide6.xml" Id="R66daa52bc0de4487" /><Relationship Type="http://schemas.openxmlformats.org/officeDocument/2006/relationships/slide" Target="/ppt/slides/slide7.xml" Id="Rf83c89151e954ada" /><Relationship Type="http://schemas.openxmlformats.org/officeDocument/2006/relationships/slide" Target="/ppt/slides/slide8.xml" Id="R0f9cf49607ed4cc1" /><Relationship Type="http://schemas.openxmlformats.org/officeDocument/2006/relationships/slide" Target="/ppt/slides/slide9.xml" Id="R45e5bd4c2dc24b07" /><Relationship Type="http://schemas.openxmlformats.org/officeDocument/2006/relationships/slide" Target="/ppt/slides/slide10.xml" Id="R57abe5552c7f40da" /><Relationship Type="http://schemas.openxmlformats.org/officeDocument/2006/relationships/slide" Target="/ppt/slides/slide11.xml" Id="Rc1fc327f0b9c4c2a" /><Relationship Type="http://schemas.openxmlformats.org/officeDocument/2006/relationships/slide" Target="/ppt/slides/slide12.xml" Id="R202b81b9e5e345d9" /><Relationship Type="http://schemas.openxmlformats.org/officeDocument/2006/relationships/slide" Target="/ppt/slides/slide13.xml" Id="R384d4bfff8934c4b" /><Relationship Type="http://schemas.openxmlformats.org/officeDocument/2006/relationships/slide" Target="/ppt/slides/slide14.xml" Id="Rae7bc1c5f2a74f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1213bc9f4e4e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1b016073044fa2" /><Relationship Type="http://schemas.openxmlformats.org/officeDocument/2006/relationships/notesMaster" Target="/ppt/notesMasters/notesMaster1.xml" Id="R3210360a396a40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4e97cecdcf48fb" /><Relationship Type="http://schemas.openxmlformats.org/officeDocument/2006/relationships/notesMaster" Target="/ppt/notesMasters/notesMaster1.xml" Id="Redc6422da9e846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c0e872328c48e5" /><Relationship Type="http://schemas.openxmlformats.org/officeDocument/2006/relationships/notesMaster" Target="/ppt/notesMasters/notesMaster1.xml" Id="R275023d344ef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1c452ef441487f" /><Relationship Type="http://schemas.openxmlformats.org/officeDocument/2006/relationships/notesMaster" Target="/ppt/notesMasters/notesMaster1.xml" Id="Re82e4ba7fdd140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1cb235cdce4c91" /><Relationship Type="http://schemas.openxmlformats.org/officeDocument/2006/relationships/notesMaster" Target="/ppt/notesMasters/notesMaster1.xml" Id="R550101084eb246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9cc030681e4d68" /><Relationship Type="http://schemas.openxmlformats.org/officeDocument/2006/relationships/notesMaster" Target="/ppt/notesMasters/notesMaster1.xml" Id="R6405610c736e44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91e1456dd54e46" /><Relationship Type="http://schemas.openxmlformats.org/officeDocument/2006/relationships/notesMaster" Target="/ppt/notesMasters/notesMaster1.xml" Id="Rd1914060eda74c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119b6a17064288" /><Relationship Type="http://schemas.openxmlformats.org/officeDocument/2006/relationships/notesMaster" Target="/ppt/notesMasters/notesMaster1.xml" Id="Ra44f43b4f8914a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9df470fa7e48a1" /><Relationship Type="http://schemas.openxmlformats.org/officeDocument/2006/relationships/notesMaster" Target="/ppt/notesMasters/notesMaster1.xml" Id="R7fce5a46f12c42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b7d6c3d8884de1" /><Relationship Type="http://schemas.openxmlformats.org/officeDocument/2006/relationships/notesMaster" Target="/ppt/notesMasters/notesMaster1.xml" Id="Rbafe1c57cc4444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63a5fd45364d3a" /><Relationship Type="http://schemas.openxmlformats.org/officeDocument/2006/relationships/notesMaster" Target="/ppt/notesMasters/notesMaster1.xml" Id="R13cc5ba74a2b44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23d07904ec43e1" /><Relationship Type="http://schemas.openxmlformats.org/officeDocument/2006/relationships/notesMaster" Target="/ppt/notesMasters/notesMaster1.xml" Id="Rd8c26c9fb30c42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43ccfca0824fa5" /><Relationship Type="http://schemas.openxmlformats.org/officeDocument/2006/relationships/notesMaster" Target="/ppt/notesMasters/notesMaster1.xml" Id="R5495008326af42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0752bd92d448ee" /><Relationship Type="http://schemas.openxmlformats.org/officeDocument/2006/relationships/notesMaster" Target="/ppt/notesMasters/notesMaster1.xml" Id="R2006b11fac1145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db8a15ac34f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da90853e234020" /><Relationship Type="http://schemas.openxmlformats.org/officeDocument/2006/relationships/slideLayout" Target="/ppt/slideLayouts/slideLayout1.xml" Id="Rd4cb9d18b899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cb9d18b899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843e5abc94314" /><Relationship Type="http://schemas.openxmlformats.org/officeDocument/2006/relationships/notesSlide" Target="/ppt/notesSlides/notesSlide1.xml" Id="R9adc37fa783a45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7f1afc9bb4fff" /><Relationship Type="http://schemas.openxmlformats.org/officeDocument/2006/relationships/notesSlide" Target="/ppt/notesSlides/notesSlide2.xml" Id="Rfe003a9bb54449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53535639b42e0" /><Relationship Type="http://schemas.openxmlformats.org/officeDocument/2006/relationships/notesSlide" Target="/ppt/notesSlides/notesSlide3.xml" Id="Rd18f2af16cd143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5f0c23b3643c3" /><Relationship Type="http://schemas.openxmlformats.org/officeDocument/2006/relationships/notesSlide" Target="/ppt/notesSlides/notesSlide4.xml" Id="R9a81ef7a192042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63f7a040f4f8e" /><Relationship Type="http://schemas.openxmlformats.org/officeDocument/2006/relationships/notesSlide" Target="/ppt/notesSlides/notesSlide5.xml" Id="R02ca9beff8984b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0e75b6dc5478d" /><Relationship Type="http://schemas.openxmlformats.org/officeDocument/2006/relationships/notesSlide" Target="/ppt/notesSlides/notesSlide6.xml" Id="R3a6e0ed3dcc04c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c1898d9534fde" /><Relationship Type="http://schemas.openxmlformats.org/officeDocument/2006/relationships/notesSlide" Target="/ppt/notesSlides/notesSlide7.xml" Id="Rb70d4e4ba8404f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6d112a4994cb8" /><Relationship Type="http://schemas.openxmlformats.org/officeDocument/2006/relationships/notesSlide" Target="/ppt/notesSlides/notesSlide8.xml" Id="R8d8a493c06c141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4a125ba5d4835" /><Relationship Type="http://schemas.openxmlformats.org/officeDocument/2006/relationships/notesSlide" Target="/ppt/notesSlides/notesSlide9.xml" Id="R35d50adbd5e044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ab95b5f794434" /><Relationship Type="http://schemas.openxmlformats.org/officeDocument/2006/relationships/notesSlide" Target="/ppt/notesSlides/notesSlide10.xml" Id="Rde6be1becc664c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8e339b1a54881" /><Relationship Type="http://schemas.openxmlformats.org/officeDocument/2006/relationships/notesSlide" Target="/ppt/notesSlides/notesSlide11.xml" Id="R3ef39d26a93647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973eff21f460e" /><Relationship Type="http://schemas.openxmlformats.org/officeDocument/2006/relationships/notesSlide" Target="/ppt/notesSlides/notesSlide12.xml" Id="Rf39c64dfda2743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2691c351c4223" /><Relationship Type="http://schemas.openxmlformats.org/officeDocument/2006/relationships/notesSlide" Target="/ppt/notesSlides/notesSlide13.xml" Id="R7881f3605c5b42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c985d80434268" /><Relationship Type="http://schemas.openxmlformats.org/officeDocument/2006/relationships/notesSlide" Target="/ppt/notesSlides/notesSlide14.xml" Id="Rce781e5baf264b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16C414-EE98-4D28-8505-4C76A51E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70A29-AE84-4890-9065-5F6967EC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1362E-CAEA-4813-B8E8-43BA40F3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C0EF2-45DD-4EC6-A98F-AAC81B1B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从程序写值到 LED 闪烁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AA264-5DCA-4273-8818-28E8A1D4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B7AB1-AE92-4F6A-89F7-C05A61A2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ch03 class1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50034-E55E-4508-A966-099CED80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本课完成 3.1：GPIO 输出控制 LED / Blink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4429B-9645-4CF3-BBF8-A3F7E7E3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88EBA-C22C-459B-B23C-DC0A567F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39BB1-7669-4BEE-80FB-CA9EA67B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学习任务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42BF1-D54B-4951-90E8-6B49B08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确认 LED 输出资源，写入电平，并观察可见现象。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A1C44-109B-44A1-A88B-F4C57F3E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78F1A-3B22-4886-ADA8-F6A714B4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D522B-FC9D-4AF5-9ADF-E3C9B1C6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可见成果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40132-B13E-4E48-977D-BFB5FCE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学生能让 LED 亮灭并稳定闪烁，且能解释写入值和现象的关系。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DE3DC-761D-44D1-8F77-0CC5F1D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0BCC5-1AFA-4535-82F6-3D9B7F9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44751-926C-41A6-BBC1-4A98432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交付证据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A52CE-2596-4A01-837D-AE10E7BE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LED 参数表、命令记录、Blink 日志、异常和待验证项。</a:t>
            </a:r>
          </a:p>
        </p:txBody>
      </p:sp>
    </p:spTree>
    <p:extLst>
      <p:ext uri="{BB962C8B-B14F-4D97-AF65-F5344CB8AC3E}">
        <p14:creationId xmlns:p14="http://schemas.microsoft.com/office/powerpoint/2010/main" val="12133596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D9849-F826-4CD1-B998-6523D783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B58FA-296F-409B-AC30-4603851F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53E43-EAF8-4523-95D7-0D1F476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73E3A-44F7-42BB-A56B-8B488D61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本课完成什么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63E50-E5E4-4028-B2E8-A6942D64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8A7C1-46AF-4ADE-B521-36921FD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C5BA5-D822-4F2E-9EA6-9EF4B616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F1563-8940-441D-8331-4E2CEBC4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1. 找到输出对象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C5D14-CB39-4A95-9AA2-0B5FB241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19325"/>
            <a:ext cx="4343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确认 LED 对应的 gpiochip、line、有效电平和权限。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65F58-376F-4F7B-948B-DDC91805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97322-F529-4ED9-9908-6ABE4A16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94D14-1985-42C9-901D-B04C4D3A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3832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2. 手动控制亮灭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0992B-2C10-4120-B9E7-677DC4D4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19325"/>
            <a:ext cx="4343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用 gpioset 写入有效/无效电平，观察 LED 现象。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D5EA1-D4D1-4843-8C53-FED852A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A4876-FE94-4C1F-A95E-C0DE70CB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67042-B124-410B-A451-D89A22FC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3. 运行 Blink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0E5FB-28BC-465F-AE79-6E33D954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343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编译并运行 blink 程序，让 LED 按固定周期亮灭。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EC94E-59A6-4325-9C7D-CA6AA7A1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99530-B71F-4289-86E0-94E7120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55BFB-96ED-471B-AA1C-363660C8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4. 写出验证记录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464D5-6691-4D6C-AB80-F2B6EE2B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67200"/>
            <a:ext cx="4343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记录环境、命令、现象、失败原因和待补板级资料。</a:t>
            </a:r>
          </a:p>
        </p:txBody>
      </p:sp>
    </p:spTree>
    <p:extLst>
      <p:ext uri="{BB962C8B-B14F-4D97-AF65-F5344CB8AC3E}">
        <p14:creationId xmlns:p14="http://schemas.microsoft.com/office/powerpoint/2010/main" val="9725794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5C20D9-F318-4E5B-9311-47C4AAB7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AC2E2-845C-4124-9A3C-904332AC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5BB1E-CE4B-494E-9448-5821B540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485AC-CF77-4AC9-981D-95791309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GPIO 输出在 Linux 用户态中的位置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8799B-F37F-4896-AA8E-C4C73E4C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43B18-F0BC-4294-9B61-2C20B51A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3000A-6F21-4467-B042-E65B974E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50FBC-277C-4C45-AAA7-45832D1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应用程序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782A2-7253-44C3-949D-92467802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blink 程序决定写 1、写 0，以及每次保持多久。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AA567-D2B3-42FA-BE04-40E08A8C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7EF44-729B-4A78-89D3-8389AE6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81533-FC8F-4513-9517-4A3AE100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907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GPIO 设备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D21E1-4225-4F37-9A23-609CC2FA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71700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/dev/gpiochip* 提供用户态访问入口。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BCBA9-1268-4FB2-BA85-703E6F9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5BFD5-4C29-4C09-9BA1-ABE9E4BE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1ACDB-8168-4AB2-9232-C7AA490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907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引脚电平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A65F7-B515-4B21-BAF1-7C8D4D0E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71700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line 输出高/低电平，实际含义由电路决定。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1BD39-1885-4CA3-9016-7C515F40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0C950-021B-48F9-8B8A-E5021A82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C8E1E-28A0-46AB-9815-80374EB5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907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LED 现象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F2413-DA14-45A9-A995-C0ED04F5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676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亮、灭、闪烁是本课验收对象。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37495-1CA5-4631-8C49-3AFFC480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217A8-C1F6-408E-97C0-BA57BDC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4B500-42F3-4405-9AEE-224CA320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948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A7A24-A522-4BAA-BA15-FB7459B3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948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把软件写值、GPIO line 电平和 LED 现象一一对应，是本节最重要的判断。</a:t>
            </a:r>
          </a:p>
        </p:txBody>
      </p:sp>
    </p:spTree>
    <p:extLst>
      <p:ext uri="{BB962C8B-B14F-4D97-AF65-F5344CB8AC3E}">
        <p14:creationId xmlns:p14="http://schemas.microsoft.com/office/powerpoint/2010/main" val="5690991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5F6D1-FCF5-4F5C-A896-2734309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3DFC6-1605-44BF-BB85-4D691440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2971A-596B-4CDF-8FAD-5954D833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C4F71-D282-453E-BDF4-0D9820B6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实验前先确认环境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ECC17-2902-4CB4-9D07-BD6FFEE7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70621-D249-42DA-8456-DA5B11DF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3E144-F74F-404E-A949-D7D198B4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4533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hostname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uname -a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cat /etc/os-release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whoami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ls /dev/gpiochip*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gpiodetect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gpioinfo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gpioset --version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gpioset --help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D910B-0431-43FC-A4DD-7573B20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B8454-CC11-4B6A-AD21-E4376242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FC2FE-74F0-4928-86B4-F7E01FE7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3832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目标系统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6D0C2-3DB3-4870-B761-CB718BC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19325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必须能进入目标 Linux shell，并确认当前镜像暴露 GPIO character device。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E6C7B-EF49-420C-B3F6-2CBA8CC4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25E94-6212-444E-AE38-98CFB653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B42A9-C97B-4068-8A42-60FE2719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工具口径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B4F93-C19D-43F1-86A5-596B612B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不同 libgpiod 版本的 gpioset 参数可能不同，最终以 --help 为准。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5618B-5C57-47F5-B7DC-CE0555B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B533D-AE3C-4573-9289-9CEAC732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3C7BB-7DE9-49C7-AE9D-6D43C4E5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0057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缺口处理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B1C4C-2CE7-4BFB-AF52-08899590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81575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工具或设备缺失时记录为环境缺口，不硬填 GPIO 编号。</a:t>
            </a:r>
          </a:p>
        </p:txBody>
      </p:sp>
    </p:spTree>
    <p:extLst>
      <p:ext uri="{BB962C8B-B14F-4D97-AF65-F5344CB8AC3E}">
        <p14:creationId xmlns:p14="http://schemas.microsoft.com/office/powerpoint/2010/main" val="1718187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367BC-DE93-4598-B7C2-4CE514E1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4FDFF-C197-4F3D-B02C-5F11EA90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096BC-DCB0-4AF6-8730-72B9F05D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957D2-BE3E-4AC7-A2FA-20A281B0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LED 参数表是本课核心证据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46D9A-E617-4385-ACC2-9E80D64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6A30B-72D6-40DE-9F77-C5F195E4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2352C-DE27-4057-854F-1B1E5F44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8F59B-C3F2-4D1D-B056-340433F6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LED_CHIP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3C254-5E2D-462E-BB47-9998EBA3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434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LED 所在的 gpiochip，例如 gpiochip0。不能凭感觉填写。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ABED-FA5C-48B6-AA61-C89A403F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56E61-3D01-486D-BAE8-6E615569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B4482-81A3-496C-A546-E1F38748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954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LED_LINE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AB471-5BC8-43DF-98C4-250D273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76450"/>
            <a:ext cx="434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LED 对应 line 编号。来自板级资料或真实命令输出。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51353-8E5B-4FEC-B357-6DBEE82C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2EB85-765F-497C-B200-FA70AC8E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E98A5-CE83-4D0D-AC33-37B69FE6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LED_ACTIVE_LEVEL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56DAE-7CF3-4B67-9C8F-2F274349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34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点亮 LED 的有效电平，可能是 1，也可能是 0。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D7036-CA19-4F9B-84AA-86021D3E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223A4-C3D7-4868-8935-E18066AA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2A252-3418-4D2A-88C8-FE406DF2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GPIO_ACCESS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1C6C5-7385-4563-A86B-90BD8F9D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434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普通用户、sudo、用户组或 udev 规则，都要写清楚。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D22D8-11C7-411D-8DE2-B1640AF0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1DA15-5DB5-4E58-AB8E-BAC649E1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13C07-D1A4-413D-A071-3E83BB17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9700"/>
            <a:ext cx="834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当前状态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4417E-E9A1-4F31-AD05-756D284D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00700"/>
            <a:ext cx="83439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K1 / Muse Pi Pro 和 LicheePi 4A 的最终参数仍需真实板卡验证，不在课件中硬写。</a:t>
            </a:r>
          </a:p>
        </p:txBody>
      </p:sp>
    </p:spTree>
    <p:extLst>
      <p:ext uri="{BB962C8B-B14F-4D97-AF65-F5344CB8AC3E}">
        <p14:creationId xmlns:p14="http://schemas.microsoft.com/office/powerpoint/2010/main" val="8211026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89E237-55D8-4094-A000-E68AC9D2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80716-FB0C-4920-A0A2-A3F5CC98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5BFE3-24DE-484F-A519-9F04F47C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09927-2F05-4A89-B390-B44302C4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先用 gpioset 做手动亮灭验证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2F5C6-37C3-4634-9E49-431CF9DD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715CE-E671-4141-8973-200D727A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477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D450F-5508-4A3F-998C-9D48F5B6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579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LED_CHIP=gpiochipX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LED_LINE=Y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LED_ACTIVE_LEVEL=1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LED_INACTIVE_LEVEL=0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gpioset -c "$LED_CHIP" "$LED_LINE=$LED_ACTIVE_LEVEL"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sleep 1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gpioset -c "$LED_CHIP" "$LED_LINE=$LED_INACTIVE_LEVEL"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3160E-05B6-4B2D-8E36-DF5C00F4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969FF-64DD-47B1-93CE-40279C65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133B7-27E4-47B7-83FC-1DB73832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观察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F42EA-A2F4-4798-A45A-4FC1212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写有效电平后 LED 应变化。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C7A8C-1D6A-494A-B4AB-5C8C2CD7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30262-347A-4AD3-99A6-8C26578F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FCAB7-F0C6-4684-92AC-ED3274AB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87B0D-04A4-4C59-907D-48676987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写入值、现象、板卡和权限。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3D749-F96B-4EF0-B608-6F101E08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9ABED-D8E7-463A-A899-71F761BA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280CF-BE34-424E-AA6B-7BA3F34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339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DA285-ED82-4C5B-9EA1-8C6BB88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14950"/>
            <a:ext cx="2724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低电平有效时 1/0 要对调。</a:t>
            </a:r>
          </a:p>
        </p:txBody>
      </p:sp>
    </p:spTree>
    <p:extLst>
      <p:ext uri="{BB962C8B-B14F-4D97-AF65-F5344CB8AC3E}">
        <p14:creationId xmlns:p14="http://schemas.microsoft.com/office/powerpoint/2010/main" val="9392143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F0330-4AC6-4CE5-B0EE-94D4C4AD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27DE4-EFE2-44CE-9336-6434276D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CA33B-E257-473E-B59B-839AF8D1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A9E04-607F-48E5-AF9E-1A1037CF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Blink 程序的最小逻辑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21109-5626-44B7-B731-BC068C3B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275C1-7D87-4E8A-88A5-5A32ADCE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90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5652E-CD4B-40D0-BD00-A7C04C8E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5486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初始化 GPIO 为输出，默认无效电平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循环执行：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写入 LED 有效电平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等待 on_ms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写入 LED 无效电平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等待 off_ms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退出前尝试恢复无效电平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AE2EE-33B3-4050-83B5-AE773E5D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652BB-1ADF-4C40-B2E9-303854A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B2840-FB83-4B92-903B-2DD4BBF2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300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循环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B3108-8D8B-4ED6-BD43-57954409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Blink 的本质是重复切换输出值。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5C4B6-FB1B-47DB-9B04-7EBA68F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DFC72-B397-44C7-B536-2C34FEE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8C12E-5014-485B-A51B-222DF6CE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300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延时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3D195-F36A-4023-AD8F-7FCDF769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957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on_ms / off_ms 决定可见闪烁节奏。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786EB-F62A-4DAD-B4A2-1945A153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15414-FD5C-4707-B39C-F772CA7B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B15AD-DA50-4188-8B68-10D59B0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43450"/>
            <a:ext cx="300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恢复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79411-070A-4D90-8882-761397A2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244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退出时让 LED 回到安全状态。</a:t>
            </a:r>
          </a:p>
        </p:txBody>
      </p:sp>
    </p:spTree>
    <p:extLst>
      <p:ext uri="{BB962C8B-B14F-4D97-AF65-F5344CB8AC3E}">
        <p14:creationId xmlns:p14="http://schemas.microsoft.com/office/powerpoint/2010/main" val="9298415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454253-FACE-461E-947A-34A0584C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E3A92-9282-43D4-AC31-D48C6975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A76AF-E68F-4489-B4E9-6107AE33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7F550-5DFE-472A-95FF-36475642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构建与运行命令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BFF94-2E1C-4FDA-B93E-5ECC3D47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32DE8-EBDD-41B8-9BCF-C39A1680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429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2C9ED-4BF9-4741-AEAD-9D200954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7010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cd chapters/ch03_gpio_interaction/code/class1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make clean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make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./build/blink "$LED_CHIP" "$LED_LINE" \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"$LED_ACTIVE_LEVEL" "$LED_INACTIVE_LEVEL"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./build/blink "$LED_CHIP" "$LED_LINE" \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"$LED_ACTIVE_LEVEL" "$LED_INACTIVE_LEVEL" 500 500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D02AA-E4FD-40DD-9F31-9E378202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68721-3790-4D0C-8BAE-C1520587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E42BF-2521-4FA5-9883-D44D90E7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构建地点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3016A-1EEB-4A44-A207-66FCF29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目标 Linux 或 RISC-V Linux sysroot。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7EFED-52E1-4C46-B7BB-280AFBE9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0672D-CFC9-406B-92AA-29DFD0D1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94651-4710-4607-BE67-CEB91A2C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6707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运行参数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D63DB-52BD-4DBC-BA6C-9985FB1F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480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chip、line、有效电平、无效电平。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BBFC7-4E24-4036-A212-1F4036D6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C53D2-C54D-490B-8DD9-50D3EBF0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7B4F3-4978-44B1-8CBB-4B827EB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434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有限循环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13F5F-2EAD-4656-9894-9A47DC46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244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课堂演示可用 cycles 控制次数。</a:t>
            </a:r>
          </a:p>
        </p:txBody>
      </p:sp>
    </p:spTree>
    <p:extLst>
      <p:ext uri="{BB962C8B-B14F-4D97-AF65-F5344CB8AC3E}">
        <p14:creationId xmlns:p14="http://schemas.microsoft.com/office/powerpoint/2010/main" val="11512792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80055-ED24-4DF3-82A9-A6BE0C88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FA392-7557-414A-B46E-F1CC2E13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51F7E-F570-4366-B7EF-F27ED238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047A4-6884-4046-8B8D-E1C13A47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课堂演示流程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2C642-E09A-4CAA-91C7-6E64801C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BE930-6012-4274-98D8-3C9EC7D2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9FB0B-7C9A-4F82-B9F1-DF669A54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854EF-9DEA-46C1-80B2-94D0980A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演示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CB7B3-3796-41D6-985A-925A37B1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2628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列出 GPIO 设备和 gpioset 帮助信息。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16044-E0D6-4800-B87F-8D66F48E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74807-9E0C-4B87-BC47-1453602E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FA349-2966-4973-B057-463196F5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954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演示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D9433-49AE-4EE1-BEAA-03E3A2D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76450"/>
            <a:ext cx="2628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填写 LED 参数并手动点亮/熄灭。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F0BD0-864C-4D9D-BD84-C09FB422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FF059-84E2-41E0-B2D8-DDDBFEAD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6DBFA-3727-4836-B505-CC667F29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演示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E8187-EB89-4C85-8413-C0659B76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628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构建并运行 Blink，观察 5 次以上周期。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D1BF8-2469-49F3-B95E-E11051DE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876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966F7-6130-4E36-8D13-1E19BE5B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15138-9E6E-4309-9DD0-7BC91A00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76700"/>
            <a:ext cx="834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演示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E25BB-3232-4D06-B8EF-6EF44AE0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57700"/>
            <a:ext cx="8343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修改 on_ms / off_ms，再观察闪烁节奏是否同步变化。</a:t>
            </a:r>
          </a:p>
        </p:txBody>
      </p:sp>
    </p:spTree>
    <p:extLst>
      <p:ext uri="{BB962C8B-B14F-4D97-AF65-F5344CB8AC3E}">
        <p14:creationId xmlns:p14="http://schemas.microsoft.com/office/powerpoint/2010/main" val="12376697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051A0-D336-44B8-8C7D-5B1EFA65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2790A-1EE1-4C1D-9D30-BB489BFA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341C5-B720-4FD6-B708-CD362C8C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B7544-CDBE-4252-B32C-6803941A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实验任务拆分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2F6E3-8EE6-4E3A-B778-6BE1A3E5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B7BF3-55D4-48E4-A9B0-DA0B0B31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2DCA5-BE01-4B7D-BB83-52AF537A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F087F-0F84-45A0-8B9C-1EBA9FC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练习 1：手动亮灭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CF531-F6A1-416A-9FC1-9F71C57F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533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用 gpioset 写有效/无效电平，记录 LED 现象。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2A5F0-A855-421A-BA53-B38A6BDE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91C7B-1263-4F77-BC48-30C174FA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06F21-4C20-411A-B54D-87E00174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95450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练习 2：默认 Blink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073A6-4537-4516-A78A-D026C40F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533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运行 blink 默认周期，观察 5 次以上亮灭。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5C523-7E05-445D-99C4-BF8FD732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76D47-E49A-42BC-B460-DDDC4539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F6B23-10FE-4FF3-83FA-44D902EC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练习 3：修改周期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4ACDE-452B-4537-9267-9C397EAA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4533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把参数改为 100/900 ms，对比亮灭节奏。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52228-EF45-4517-B231-DE1D42FA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4CE96-7310-4946-B8B1-7A62510B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22AFB-BB4E-4994-9DEC-5A3AD2F3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05200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练习 4：提交记录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67C14-2C91-4468-A3DF-43A2EE06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4533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提交命令、现象、照片/日志、失败排查和待补项。</a:t>
            </a:r>
          </a:p>
        </p:txBody>
      </p:sp>
    </p:spTree>
    <p:extLst>
      <p:ext uri="{BB962C8B-B14F-4D97-AF65-F5344CB8AC3E}">
        <p14:creationId xmlns:p14="http://schemas.microsoft.com/office/powerpoint/2010/main" val="15662130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54B59-CA37-4501-821D-F04ABDA3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0808D-FF1F-46C4-BB0E-374829E3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F7FE4-3961-4717-9360-712A23F9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572FA-B7D0-4535-8A31-7AA1AE41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运行验证表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4AE03-AE66-4707-A143-4C3733C9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7963D-2737-40F9-B950-E2EF5203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13029-2E7E-408E-84EA-F51353B3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83379-F288-474B-9D02-E1B30C99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47825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GPIO 工具检查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4847E-1177-400C-BF3B-6FB0BE6C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28825"/>
            <a:ext cx="453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能执行 gpiodetect / gpioinfo，或明确记录缺失工具。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B23CC-520E-456D-883F-689AD275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B6F5F-BD0C-42CE-96A2-5F0C4B96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B8A7C-EB8B-49E1-976E-B78EBD8D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47825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LED 参数确认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C2CCB-EE4F-4BF0-834D-F21DD991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28825"/>
            <a:ext cx="453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能写出 chip、line、有效电平和权限。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40D28-8399-47A6-A87E-33FFE8C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FC1F3-287A-44D3-82D9-0B24E358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7ACBF-5C6F-460A-BAE8-59D9A14A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手动控制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CA20A-D643-46E9-A315-3B899F7F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453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写有效/无效电平时 LED 状态不同。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61899-EB58-47BA-963E-1501C7FF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8334F-BE42-4650-B575-5589092E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73A37-E238-461F-A73C-FBCF135A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Blink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232CD-DC53-4835-906C-5DF9BEAD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9950"/>
            <a:ext cx="453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LED 至少完成 5 次稳定亮灭周期。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88AC9-98ED-40AE-8192-E491ACBA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D475D-3C9D-4483-91A4-D7716631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BDE28-8501-4AA3-A5AF-42D89C6E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05325"/>
            <a:ext cx="758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周期修改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558D5A-2DE5-4F5A-948B-44E1D775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86325"/>
            <a:ext cx="7581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修改 on_ms / off_ms 后，LED 现象同步变化。</a:t>
            </a:r>
          </a:p>
        </p:txBody>
      </p:sp>
    </p:spTree>
    <p:extLst>
      <p:ext uri="{BB962C8B-B14F-4D97-AF65-F5344CB8AC3E}">
        <p14:creationId xmlns:p14="http://schemas.microsoft.com/office/powerpoint/2010/main" val="9721324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C4C862-22EB-4349-9AD5-294BC045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7033D-FDF3-4666-A1BF-EEED5917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7F97E-9F9E-4CDC-B307-695EB927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CEE8C-F29C-4765-9385-FAD17D12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常见失败与排查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E4D2D-0FDD-4E8A-B8BC-9C2E9EC1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30FD1-388A-4B6B-A071-0D6CB1D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1CCBE-BAE7-41C9-A646-A76FBEF9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0085E-E46B-486B-9660-411E438A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找不到工具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5E4EC-BE08-4DD5-8126-DF34083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记录镜像和错误输出，补 libgpiod 工具或换用已验证镜像。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F40E9-1C65-4305-9379-CE5FC050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1EF63-97CC-4CD4-8DF3-E2C5D489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14758-7299-4623-9FA5-F7DFC528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47825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LED 不亮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2F4DF-4055-4A05-A340-0A2042A6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28825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复查 line、有效电平、极性、限流电阻、共地和权限。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D7610-6888-4F3B-8DCE-B0D28C95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3EE74-72EA-4F2B-80A9-4CE7494C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5F426-4814-46A7-A2C2-4C6AD49F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47825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权限不足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DCC4F-79EB-4754-A6B1-D126C819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28825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临时 sudo；长期方案写入板级准备文档。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78A93-281F-4153-A234-47A80FD7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E517B-8ECE-4B43-8E10-9B54CDC4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E49E9-961D-495F-ACA3-0AC0E2B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macOS 构建失败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E8947-E796-49EC-AF52-C29FB26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这是预期限制，最终构建必须在 Linux 环境完成。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86188-7828-4CB1-9A53-4FF668DF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BE12D-F111-4B6E-8A00-009605E6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59E02-F219-44C9-B26F-0138A453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48075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状态不能保持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C8932-4D13-4087-9A3B-1107BFC6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29075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记录 gpioset 版本和行为，改用 blink 程序持续占用 line。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6CB58-5235-4EC4-BBDA-86F8CBCB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036BDE-2465-472F-B254-E8C641E0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1F513-E49B-4892-9597-4D2A774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48075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参数待补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0B952-89C0-47DF-BA3C-697E1B18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29075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不能硬写编号，保留真实板卡验证待办。</a:t>
            </a:r>
          </a:p>
        </p:txBody>
      </p:sp>
    </p:spTree>
    <p:extLst>
      <p:ext uri="{BB962C8B-B14F-4D97-AF65-F5344CB8AC3E}">
        <p14:creationId xmlns:p14="http://schemas.microsoft.com/office/powerpoint/2010/main" val="22189870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082409-B636-4FAF-ABB6-4B924F6C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2DE6C-C094-4882-B481-BA415539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D68CF-E1BE-4498-95F8-F9FA3D0F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5EE3A-844F-4ABB-9970-A1958947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提交材料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A2B92-18EA-4577-A6E1-F1ED8239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FF08E-735C-4FE4-B066-EAC5BEB5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8EAB5-A4B8-4B84-B130-214D314E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C53A3-7778-4F12-B4C5-166219BA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环境记录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126CD-C59B-4C24-A384-C41A8866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板卡、镜像、登录方式、当前用户、是否 sudo。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91E2B-C818-4121-834B-06454405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5949E-82D7-4684-8050-F5098A82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DE552-5D1B-4B8D-984A-DD2A35E6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954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参数记录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2B120-F153-4FE3-B1F9-B9CD227B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764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LED_CHIP、LED_LINE、有效电平、无效电平、工具口径。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2E282-0CB2-4162-8B3F-A9AF6DC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1E8FC-8AAA-49B9-AA4A-293F5B1C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484CA-F630-442F-B3E3-E3F79E4A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运行记录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D69B0-7130-4433-88A6-AFE35A94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38575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gpioset 手动亮灭、make build、blink 运行日志。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20828-094F-4151-BB35-F289D66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E4B6A-9B89-4390-B3C7-EF5E5471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20DB6-6765-40C9-8DA7-EDA0AF46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5757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问题记录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052F7-11C5-42A1-A4C1-88ECD0D1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38575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失败现象、排查路径、仍需真实板卡验证的资料缺口。</a:t>
            </a:r>
          </a:p>
        </p:txBody>
      </p:sp>
    </p:spTree>
    <p:extLst>
      <p:ext uri="{BB962C8B-B14F-4D97-AF65-F5344CB8AC3E}">
        <p14:creationId xmlns:p14="http://schemas.microsoft.com/office/powerpoint/2010/main" val="10155054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CCB84-F4A3-426B-8770-93201F5B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8F528-C277-4D05-9643-E9614E8B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873CA-B67E-41A7-BE7F-F8FCDA18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GPIO 输出控制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60E70-F714-432C-87A0-E1E222D9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本节小结与练习建议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DA5F1-787C-4FFD-A127-ED49418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Ruyi RISC-V Linux | ch03 class1 |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28C2F-DFB6-4D70-B6A1-9D3BF6AD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9DBBC-F532-44A8-865F-40EF6E8F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25CE0-5859-4628-9F3E-99CD77C4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4307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本节成果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E7045-63B0-4101-B7C7-0E86EAC1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4343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能控制 LED 亮灭和闪烁，能解释写入值、有效电平和现象。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7F1CA-4CD4-4121-A8A2-8681DA88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D3B59-1A8A-4693-B265-42DF438B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4872A-7856-4C56-9F28-B523C517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4307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保留证据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389AE-1110-4699-AA76-DF397380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24075"/>
            <a:ext cx="4343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保存环境、GPIO 参数、构建运行日志和异常记录。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736CD-052B-4DC6-AC48-F5A8D45C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66FB7-4420-4C43-A413-30A36A75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04BC4-FD48-47A7-9F4E-FA3C42DE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继续练习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9BC3D-3228-4927-93D3-18247F9C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343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更换闪烁周期，比较写入参数和可见现象是否一致。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46781-90DA-4BDD-8A65-36CF3EB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05E32-19F3-4272-AD59-DF95B3E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EBA85-FD08-4280-9577-483E62FF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拓展记录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45F8E-F9A8-4C7F-988F-92A75F1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71950"/>
            <a:ext cx="4343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记录一次失败排查过程，说明原因和处理结果。</a:t>
            </a:r>
          </a:p>
        </p:txBody>
      </p:sp>
    </p:spTree>
    <p:extLst>
      <p:ext uri="{BB962C8B-B14F-4D97-AF65-F5344CB8AC3E}">
        <p14:creationId xmlns:p14="http://schemas.microsoft.com/office/powerpoint/2010/main" val="633388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2026-06-11T07:31:37.7450000Z</dcterms:created>
  <dcterms:modified xsi:type="dcterms:W3CDTF">2026-06-11T07:31:37.7450000Z</dcterms:modified>
</coreProperties>
</file>